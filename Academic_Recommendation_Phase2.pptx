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87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3888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0"/>
            <a:ext cx="8915400" cy="6400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-1097280"/>
            <a:ext cx="4114800" cy="411480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-457200"/>
            <a:ext cx="2743200" cy="2743200"/>
          </a:xfrm>
          <a:prstGeom prst="ellipse">
            <a:avLst/>
          </a:prstGeom>
          <a:solidFill>
            <a:srgbClr val="0D2A4A"/>
          </a:solidFill>
          <a:ln w="12700">
            <a:solidFill>
              <a:srgbClr val="0D2A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0" y="4114800"/>
            <a:ext cx="274320" cy="27432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0" y="3840480"/>
            <a:ext cx="164592" cy="164592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07327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Recommendation System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48640" y="2209019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200" i="1" dirty="0">
              <a:solidFill>
                <a:srgbClr val="22D3E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2200" i="1" dirty="0">
              <a:solidFill>
                <a:srgbClr val="22D3E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2400" dirty="0">
                <a:solidFill>
                  <a:srgbClr val="B3E5E9"/>
                </a:solidFill>
              </a:rPr>
              <a:t>Name: VAISHNAVI B  |  Roll: 7376231EC311  |  Dept: ECE  </a:t>
            </a:r>
            <a:endParaRPr lang="en-US" sz="2400" dirty="0"/>
          </a:p>
          <a:p>
            <a:pPr marL="0" indent="0" algn="l">
              <a:buNone/>
            </a:pPr>
            <a:endParaRPr lang="en-US" sz="2000" i="1" dirty="0">
              <a:solidFill>
                <a:srgbClr val="22D3E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20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Web Development Evaluation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39" y="3593591"/>
            <a:ext cx="4885721" cy="45719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• Full-Stack • Django + React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914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64008" cy="1234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86868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1197864"/>
            <a:ext cx="3886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student recommendation platform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learning resource suggestions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multiple engineering domains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14884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148840"/>
            <a:ext cx="64008" cy="12344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24028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Foundation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" y="2569464"/>
            <a:ext cx="3886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web application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backend with modern frontend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React-powered responsive UI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777240"/>
            <a:ext cx="1920240" cy="132588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777240"/>
            <a:ext cx="1920240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868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846320" y="14904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777240"/>
            <a:ext cx="1920240" cy="132588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03720" y="777240"/>
            <a:ext cx="1920240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868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903720" y="14904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2286000"/>
            <a:ext cx="1920240" cy="132588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2286000"/>
            <a:ext cx="1920240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846320" y="29992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03720" y="2286000"/>
            <a:ext cx="1920240" cy="132588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903720" y="2286000"/>
            <a:ext cx="1920240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372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6903720" y="29992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Recommendation System  |  Phase 2 Evaluation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914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27432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274320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80467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164592" cy="16459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417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 Framework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21408"/>
            <a:ext cx="164592" cy="16459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PostgreSQL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164592" cy="16459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27340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38144"/>
            <a:ext cx="164592" cy="16459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3924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777240"/>
            <a:ext cx="27432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0" y="777240"/>
            <a:ext cx="2743200" cy="502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37560" y="80467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383280" y="1463040"/>
            <a:ext cx="164592" cy="1645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39312" y="1417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/ HTML / CSS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121408"/>
            <a:ext cx="164592" cy="1645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39312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(AJAX)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83280" y="2779776"/>
            <a:ext cx="164592" cy="1645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9312" y="27340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UI Design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3438144"/>
            <a:ext cx="164592" cy="1645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39312" y="33924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Architecture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26480" y="777240"/>
            <a:ext cx="27432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777240"/>
            <a:ext cx="274320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80467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309360" y="146304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65392" y="1417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Token Auth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212140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65392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/ PBKDF2 Hashing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09360" y="2779776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65392" y="27340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&amp; CSP Headers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309360" y="3438144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65392" y="33924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Protection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Recommendation System  |  Phase 2 Evaluation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9144000" cy="507034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0" b="1" dirty="0">
                <a:solidFill>
                  <a:srgbClr val="0D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475488" y="932688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0" b="1" dirty="0">
                <a:solidFill>
                  <a:srgbClr val="0891B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103120" y="17373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Development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103120" y="2834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 Implementation with Django REST Framework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914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RESTful endpoints following REST principles. Implemented full CRUD operations and tested all routes using Postman/Thunder Client.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25880"/>
          <a:ext cx="8595360" cy="32004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/api/students/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students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/api/students/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new student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/api/recommendations/&lt;id&gt;/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recommendations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/api/students/&lt;id&gt;/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student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/api/students/&lt;id&gt;/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student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/api/auth/login/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authentication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Recommendation System  |  Phase 2 Evaluation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9144000" cy="507034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0" b="1" dirty="0">
                <a:solidFill>
                  <a:srgbClr val="0D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475488" y="932688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0" b="1" dirty="0">
                <a:solidFill>
                  <a:srgbClr val="0891B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103120" y="17373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Auth Integration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103120" y="2834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Data Management &amp; User Authentication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Authentication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914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Auth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40233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64008" cy="1920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86868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1197864"/>
            <a:ext cx="3794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/ Firebase Authentication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password hashing (bcrypt/PBKDF2)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Token-based authorization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routes for authenticated users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83464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834640"/>
            <a:ext cx="64008" cy="1828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92608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" y="3255264"/>
            <a:ext cx="37947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(dev) / PostgreSQL (prod)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database connection established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successfully applied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777240"/>
            <a:ext cx="4297680" cy="38862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777240"/>
            <a:ext cx="4297680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80467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09160" y="1371600"/>
            <a:ext cx="4023360" cy="594360"/>
          </a:xfrm>
          <a:prstGeom prst="rect">
            <a:avLst/>
          </a:prstGeom>
          <a:solidFill>
            <a:srgbClr val="1E3A5F"/>
          </a:solidFill>
          <a:ln w="6350">
            <a:solidFill>
              <a:srgbClr val="1E4A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1371600"/>
            <a:ext cx="54864" cy="5943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1417320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Model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1673352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information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2121408"/>
            <a:ext cx="4023360" cy="594360"/>
          </a:xfrm>
          <a:prstGeom prst="rect">
            <a:avLst/>
          </a:prstGeom>
          <a:solidFill>
            <a:srgbClr val="1E3A5F"/>
          </a:solidFill>
          <a:ln w="6350">
            <a:solidFill>
              <a:srgbClr val="1E4A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09160" y="2121408"/>
            <a:ext cx="54864" cy="5943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2167128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Model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242316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details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2871216"/>
            <a:ext cx="4023360" cy="594360"/>
          </a:xfrm>
          <a:prstGeom prst="rect">
            <a:avLst/>
          </a:prstGeom>
          <a:solidFill>
            <a:srgbClr val="1E3A5F"/>
          </a:solidFill>
          <a:ln w="6350">
            <a:solidFill>
              <a:srgbClr val="1E4A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09160" y="2871216"/>
            <a:ext cx="54864" cy="5943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916936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Model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3172968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resources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3621024"/>
            <a:ext cx="4023360" cy="594360"/>
          </a:xfrm>
          <a:prstGeom prst="rect">
            <a:avLst/>
          </a:prstGeom>
          <a:solidFill>
            <a:srgbClr val="1E3A5F"/>
          </a:solidFill>
          <a:ln w="6350">
            <a:solidFill>
              <a:srgbClr val="1E4A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3621024"/>
            <a:ext cx="54864" cy="5943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3666744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Model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46320" y="3922776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data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Recommendation System  |  Phase 2 Evaluation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9144000" cy="507034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0" b="1" dirty="0">
                <a:solidFill>
                  <a:srgbClr val="0D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475488" y="932688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0" b="1" dirty="0">
                <a:solidFill>
                  <a:srgbClr val="0891B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103120" y="17373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CRUD Operations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103120" y="2834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Frontend-Backend Integration &amp; Data Synchronization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Implementation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914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CRUD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41148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411480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34416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 on frontend &amp; backend. Success/error notifications with real-time feedback.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777240"/>
            <a:ext cx="41148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777240"/>
            <a:ext cx="4114800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134416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data rendering. Search and filter functionality for seamless browsing.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697480"/>
            <a:ext cx="41148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697480"/>
            <a:ext cx="411480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788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26440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editing capabilities. Optimistic UI updates with backend synchronization.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1148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697480"/>
            <a:ext cx="4114800" cy="4572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788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00600" y="326440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dialogs before deletion. Immediate state synchronization after operations.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Recommendation System  |  Phase 2 Evaluation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9144000" cy="507034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0" b="1" dirty="0">
                <a:solidFill>
                  <a:srgbClr val="0D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475488" y="932688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0" b="1" dirty="0">
                <a:solidFill>
                  <a:srgbClr val="0891B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103120" y="17373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103120" y="2834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Data Flow with React Hooks &amp; Context API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 Architecture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914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state management ensures smooth data flow between components with optimized re-rendering and persistent state handling.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325880"/>
            <a:ext cx="27432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2743200"/>
            <a:ext cx="274320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4173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useState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75564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component state management for form inputs, toggles, and UI interactions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0" y="1325880"/>
            <a:ext cx="27432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2743200"/>
            <a:ext cx="274320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4173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useEffect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37560" y="175564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and API calls — fetching data on mount &amp; responding to state changes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325880"/>
            <a:ext cx="27432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2743200"/>
            <a:ext cx="274320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4173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Hooks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175564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logic abstracted into hooks for cleaner, DRY component code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27432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4434840"/>
            <a:ext cx="274320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1089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State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" y="344728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 state shared across entire application via Context API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0" y="3017520"/>
            <a:ext cx="27432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0" y="4434840"/>
            <a:ext cx="274320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31089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States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337560" y="344728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handling of loading and error states for better UX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26480" y="3017520"/>
            <a:ext cx="27432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26480" y="4434840"/>
            <a:ext cx="274320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3640" y="31089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UI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63640" y="344728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UI updates before server confirmation for responsive feel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Recommendation System  |  Phase 2 Evaluation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9144000" cy="507034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0" b="1" dirty="0">
                <a:solidFill>
                  <a:srgbClr val="0D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475488" y="932688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0" b="1" dirty="0">
                <a:solidFill>
                  <a:srgbClr val="0891B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103120" y="17373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Error Handling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103120" y="2834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Security Implementation &amp; Best Practices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Best Practices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914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8869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Input Validation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27101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input validation &amp; sanitization against injection attacks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77724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77724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8869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HTTP Security Headers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27101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CORS, CSP, X-Frame-Options protecting against common web vulnerabilities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77724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77724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8869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Secure Auth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63640" y="127101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tokens, bcrypt password hashing, and protected route middleware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274320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74320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28529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Rate Limiting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323697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 throttling to prevent brute force and DoS attacks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0" y="274320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0" y="274320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28529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 &amp; CSRF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337560" y="323697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enforcement with CSRF token implementation on all forms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26480" y="274320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274320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28529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Environment Variables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63640" y="323697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config stored in .env files, never hard-coded in source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Recommendation System  |  Phase 2 Evaluation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Quality Assurance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914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40233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64008" cy="1920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86868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Backend Testing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1197864"/>
            <a:ext cx="3794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testing with Postman / Thunder Client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for backend logic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 for API endpoints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83464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834640"/>
            <a:ext cx="64008" cy="1828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" y="292608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Testing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" y="3255264"/>
            <a:ext cx="37947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component testing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testing of user flows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tracking and resolution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777240"/>
            <a:ext cx="4297680" cy="38862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868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Strategy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9160" y="1417320"/>
            <a:ext cx="3840480" cy="6858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14538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09160" y="17647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user flow testing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0" y="2331720"/>
            <a:ext cx="3200400" cy="685800"/>
          </a:xfrm>
          <a:prstGeom prst="rect">
            <a:avLst/>
          </a:prstGeom>
          <a:solidFill>
            <a:srgbClr val="1E6B9E"/>
          </a:solidFill>
          <a:ln w="12700">
            <a:solidFill>
              <a:srgbClr val="1E6B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236829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2679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 tests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3246120"/>
            <a:ext cx="2560320" cy="6858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49240" y="328269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49240" y="35935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logic coverage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Recommendation System  |  Phase 2 Evaluation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System Features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914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8686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1289304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Recommendations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645920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suggestions tailored to individual student profiles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0" y="77724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77724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10128" y="8686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37560" y="1289304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Multi-Subject Support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1645920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engineering subjects with comprehensive coverage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26480" y="77724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77724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8686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63640" y="1289304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Categorization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63640" y="1645920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Books, Online Resources &amp; Practice materials organized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274320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274320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2834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11480" y="3255264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User Profiles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" y="3611880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 with role-based access control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0" y="274320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0" y="274320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10128" y="2834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337560" y="3255264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37560" y="3611880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desktop, tablet, and mobile devices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26480" y="274320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26480" y="2743200"/>
            <a:ext cx="27432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36208" y="2834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263640" y="3255264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Filter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63640" y="3611880"/>
            <a:ext cx="2487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search with advanced filtering capabilities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Recommendation System  |  Phase 2 Evaluation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914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Solving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3931920" cy="118872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777240"/>
            <a:ext cx="64008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850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Challenge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116128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Integration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97680" y="1143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937760" y="777240"/>
            <a:ext cx="3931920" cy="1188720"/>
          </a:xfrm>
          <a:prstGeom prst="rect">
            <a:avLst/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777240"/>
            <a:ext cx="64008" cy="1188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93208" y="850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Solution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93208" y="116128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proper error handling and retry logic with exponential backoff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148840"/>
            <a:ext cx="3931920" cy="118872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148840"/>
            <a:ext cx="64008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" y="22219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Challenge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253288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Synchronization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97680" y="2514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937760" y="2148840"/>
            <a:ext cx="3931920" cy="1188720"/>
          </a:xfrm>
          <a:prstGeom prst="rect">
            <a:avLst/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37760" y="2148840"/>
            <a:ext cx="64008" cy="1188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93208" y="22219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Solution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93208" y="253288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centralized state management with React Context and custom hooks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3520440"/>
            <a:ext cx="3931920" cy="118872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" y="3520440"/>
            <a:ext cx="64008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" y="35935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Challenge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9768" y="390448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Vulnerabilities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97680" y="3886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4937760" y="3520440"/>
            <a:ext cx="3931920" cy="1188720"/>
          </a:xfrm>
          <a:prstGeom prst="rect">
            <a:avLst/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37760" y="3520440"/>
            <a:ext cx="64008" cy="1188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93208" y="35935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Solution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93208" y="390448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comprehensive security measures: CORS, CSRF, input sanitization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Academic Recommendation System  |  Phase 2 Evaluation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5070348"/>
            <a:ext cx="89154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-457200"/>
            <a:ext cx="3657600" cy="365760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0" y="182880"/>
            <a:ext cx="2286000" cy="2286000"/>
          </a:xfrm>
          <a:prstGeom prst="ellipse">
            <a:avLst/>
          </a:prstGeom>
          <a:solidFill>
            <a:srgbClr val="0D2A4A"/>
          </a:solidFill>
          <a:ln w="12700">
            <a:solidFill>
              <a:srgbClr val="0D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41148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8803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852</Words>
  <Application>Microsoft Office PowerPoint</Application>
  <PresentationFormat>On-screen Show (16:9)</PresentationFormat>
  <Paragraphs>232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Recommendation System - Phase 2</dc:title>
  <dc:subject>PptxGenJS Presentation</dc:subject>
  <dc:creator>PptxGenJS</dc:creator>
  <cp:lastModifiedBy>Merlin Babu</cp:lastModifiedBy>
  <cp:revision>2</cp:revision>
  <dcterms:created xsi:type="dcterms:W3CDTF">2026-03-05T10:36:18Z</dcterms:created>
  <dcterms:modified xsi:type="dcterms:W3CDTF">2026-03-06T03:47:06Z</dcterms:modified>
</cp:coreProperties>
</file>