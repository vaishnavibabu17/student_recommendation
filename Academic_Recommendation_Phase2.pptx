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88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640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D2A4A"/>
          </a:solidFill>
          <a:ln w="12700">
            <a:solidFill>
              <a:srgbClr val="0D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4114800"/>
            <a:ext cx="274320" cy="274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384048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07327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220901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i="1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2200" i="1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dirty="0">
                <a:solidFill>
                  <a:srgbClr val="B3E5E9"/>
                </a:solidFill>
              </a:rPr>
              <a:t>Name: VAISHNAVI B  |  Roll: 7376231EC311  |  Dept: ECE  </a:t>
            </a:r>
            <a:endParaRPr lang="en-US" sz="2400" dirty="0"/>
          </a:p>
          <a:p>
            <a:pPr marL="0" indent="0" algn="l">
              <a:buNone/>
            </a:pPr>
            <a:endParaRPr lang="en-US" sz="2000" i="1" dirty="0">
              <a:solidFill>
                <a:srgbClr val="22D3E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2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Web Development Evaluation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39" y="3593591"/>
            <a:ext cx="4885721" cy="45719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• Full-Stack • Django + React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197864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student recommendation platform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resource suggestions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multiple engineering domains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41148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148840"/>
            <a:ext cx="64008" cy="1234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402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Foundation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2569464"/>
            <a:ext cx="3886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 with modern frontend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React-powered responsive 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777240"/>
            <a:ext cx="192024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77724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1490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777240"/>
            <a:ext cx="192024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77724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868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1490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86000"/>
            <a:ext cx="192024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2860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84632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286000"/>
            <a:ext cx="1920240" cy="1325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03720" y="2286000"/>
            <a:ext cx="19202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903720" y="29992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046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2140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7977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3814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77724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8046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383280" y="14630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9312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HTML / CSS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83280" y="21214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(AJAX)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7797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9312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Design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34381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9312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777240"/>
            <a:ext cx="2743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777240"/>
            <a:ext cx="2743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8046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09360" y="146304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Auth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212140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20756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/ PBKDF2 Hashing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27797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65392" y="273405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CSP Headers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343814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3392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0703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75488" y="93268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Development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031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 Implementation with Django REST Framework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RESTful endpoints following REST principles. Implemented full CRUD operations and tested all routes using Postman/Thunder Client.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3200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/api/students/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/api/students/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new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/api/recommendations/&lt;id&gt;/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/api/students/&lt;id&gt;/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student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/api/students/&lt;id&gt;/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student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/api/auth/login/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0703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75488" y="93268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 Integration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031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Management &amp; User Authentication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Auth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920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197864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Firebase Authentication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password hashing (bcrypt/PBKDF2)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authorization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for authenticated users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64008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260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3255264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(dev) / PostgreSQL (prod)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database connection established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successfully applied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97680" cy="3886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777240"/>
            <a:ext cx="429768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1371600"/>
            <a:ext cx="402336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1E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1371600"/>
            <a:ext cx="54864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417320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6733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information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121408"/>
            <a:ext cx="402336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1E4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121408"/>
            <a:ext cx="54864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167128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4231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871216"/>
            <a:ext cx="402336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1E4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871216"/>
            <a:ext cx="54864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916936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Model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0" y="31729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21024"/>
            <a:ext cx="4023360" cy="594360"/>
          </a:xfrm>
          <a:prstGeom prst="rect">
            <a:avLst/>
          </a:prstGeom>
          <a:solidFill>
            <a:srgbClr val="1E3A5F"/>
          </a:solidFill>
          <a:ln w="6350">
            <a:solidFill>
              <a:srgbClr val="1E4A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621024"/>
            <a:ext cx="54864" cy="594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66744"/>
            <a:ext cx="3794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Model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92277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0703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75488" y="93268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CRUD Operations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031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Frontend-Backend Integration &amp; Data Synchronization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Implementation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CRUD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41148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344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validation on frontend &amp; backend. Success/error notifications with real-time feedback.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77240"/>
            <a:ext cx="4114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134416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rendering. Search and filter functionality for seamless browsing.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97480"/>
            <a:ext cx="41148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11480" y="32644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editing capabilities. Optimistic UI updates with backend synchronization.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6974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697480"/>
            <a:ext cx="41148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2788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2644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dialogs before deletion. Immediate state synchronization after operations.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0703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75488" y="93268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031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Flow with React Hooks &amp; Context API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state management ensures smooth data flow between components with optimized re-rendering and persistent state handling.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74320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component state management for form inputs, toggles, and UI interactions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74320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useEffect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7556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and API calls — fetching data on mount &amp; responding to state changes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2588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74320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17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7556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logic abstracted into hooks for cleaner, DRY component code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43484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08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4472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state shared across entire application via Context API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443484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108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37560" y="34472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handling of loading and error states for better UX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0" y="30175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4434840"/>
            <a:ext cx="274320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3108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UI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344728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UI updates before server confirmation for responsive feel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50703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D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75488" y="932688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0" b="1" dirty="0">
                <a:solidFill>
                  <a:srgbClr val="0891B2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Error Handling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1031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Security Implementation &amp; Best Practices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86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Input Validation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27101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input validation &amp; sanitization against injection attacks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886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HTTP Security Headers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27101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CORS, CSP, X-Frame-Options protecting against common web vulnerabilities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8869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Secure Auth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27101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tokens, bcrypt password hashing, and protected route middleware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432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52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Rate Limiting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23697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throttling to prevent brute force and DoS attacks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27432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2852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HTTPS &amp; CSRF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23697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enforcement with CSRF token implementation on all forms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7432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852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Environment Variables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3236976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config stored in .env files, never hard-coded in source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Quality Assurance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920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68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Backend Testing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1197864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with Postman / Thunder Client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backend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for API endpoints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834640"/>
            <a:ext cx="64008" cy="1828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9260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" y="3255264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testing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testing of user flows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tracking and resolution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97680" cy="3886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384048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538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764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user flow testing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2331720"/>
            <a:ext cx="3200400" cy="685800"/>
          </a:xfrm>
          <a:prstGeom prst="rect">
            <a:avLst/>
          </a:prstGeom>
          <a:solidFill>
            <a:srgbClr val="1E6B9E"/>
          </a:solidFill>
          <a:ln w="12700">
            <a:solidFill>
              <a:srgbClr val="1E6B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23682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26791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 tests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3246120"/>
            <a:ext cx="2560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2826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593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coverage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System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68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28930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6459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suggestions tailored to individual student profiles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7724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868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37560" y="128930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Multi-Subject Support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459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engineering subjects with comprehensive coverage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77724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77724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868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128930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Categorization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64592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Books, Online Resources &amp; Practice materials organized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7432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7432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11480" y="325526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 Profiles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361188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role-based access control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0" y="27432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7432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0128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337560" y="325526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61188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desktop, tablet, and mobile devices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26480" y="2743200"/>
            <a:ext cx="27432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743200"/>
            <a:ext cx="27432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28346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263640" y="3255264"/>
            <a:ext cx="2487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Filter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3611880"/>
            <a:ext cx="24871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search with advanced filtering capabilities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0" y="91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393192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850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11612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37760" y="777240"/>
            <a:ext cx="3931920" cy="11887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77724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850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93208" y="11612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proper error handling and retry logic with exponential backoff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393192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14884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" y="25328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Synchronization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976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937760" y="2148840"/>
            <a:ext cx="3931920" cy="11887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214884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93208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93208" y="25328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centralized state management with React Context and custom hooks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3931920" cy="1188720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52044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Challenge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9768" y="39044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Vulnerabilities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9768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937760" y="3520440"/>
            <a:ext cx="3931920" cy="118872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520440"/>
            <a:ext cx="64008" cy="1188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3593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Solution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93208" y="390448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comprehensive security measures: CORS, CSRF, input sanitization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Academic Recommendation System  |  Phase 3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5070348"/>
            <a:ext cx="89154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82880"/>
            <a:ext cx="2286000" cy="2286000"/>
          </a:xfrm>
          <a:prstGeom prst="ellipse">
            <a:avLst/>
          </a:prstGeom>
          <a:solidFill>
            <a:srgbClr val="0D2A4A"/>
          </a:solidFill>
          <a:ln w="12700">
            <a:solidFill>
              <a:srgbClr val="0D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4114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852</Words>
  <Application>Microsoft Office PowerPoint</Application>
  <PresentationFormat>On-screen Show (16:9)</PresentationFormat>
  <Paragraphs>232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Recommendation System - Phase 2</dc:title>
  <dc:subject>PptxGenJS Presentation</dc:subject>
  <dc:creator>PptxGenJS</dc:creator>
  <cp:lastModifiedBy>Merlin Babu</cp:lastModifiedBy>
  <cp:revision>3</cp:revision>
  <dcterms:created xsi:type="dcterms:W3CDTF">2026-03-05T10:36:18Z</dcterms:created>
  <dcterms:modified xsi:type="dcterms:W3CDTF">2026-04-02T04:39:30Z</dcterms:modified>
</cp:coreProperties>
</file>